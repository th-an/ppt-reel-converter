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ontserrat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3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E4E1"/>
                </a:solidFill>
                <a:latin typeface="Montserrat"/>
              </a:defRPr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500000"/>
            <a:ext cx="47435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1500000"/>
            <a:ext cx="47435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Montserrat"/>
              </a:defRPr>
            </a:pPr>
            <a:r>
              <a:t>Body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30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0000" y="1000000"/>
            <a:ext cx="4743500" cy="4000000"/>
          </a:xfrm>
          <a:prstGeom prst="rect">
            <a:avLst/>
          </a:prstGeom>
          <a:solidFill>
            <a:srgbClr val="CCCCCC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" y="5200000"/>
            <a:ext cx="47435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ontserrat"/>
              </a:defRPr>
            </a:pPr>
            <a:r>
              <a:t>Caption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2500000"/>
            <a:ext cx="47435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ontserrat"/>
              </a:defRPr>
            </a:pPr>
            <a:r>
              <a:t>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