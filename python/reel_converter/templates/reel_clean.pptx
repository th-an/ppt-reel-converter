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51435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Title Headline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1435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7200" b="1">
                <a:solidFill>
                  <a:srgbClr val="0196FF"/>
                </a:solidFill>
              </a:defRPr>
            </a:pPr>
            <a:r>
              <a:t>$12M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Revenue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+15% Year over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1435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First bullet point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Second bullet point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Third bullet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1435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Image Caption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solidFill>
            <a:srgbClr val="333333"/>
          </a:solidFill>
        </p:spPr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5143500" cy="9144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Call to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143500" cy="9144000"/>
          </a:xfrm>
          <a:prstGeom prst="rect">
            <a:avLst/>
          </a:prstGeom>
          <a:solidFill>
            <a:srgbClr val="01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