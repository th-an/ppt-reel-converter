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51435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14350" y="2263140"/>
            <a:ext cx="4114800" cy="14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779" b="1">
                <a:solidFill>
                  <a:srgbClr val="FFFFFF"/>
                </a:solidFill>
              </a:defRPr>
            </a:pPr>
            <a:r>
              <a:t>Title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4046220"/>
            <a:ext cx="41148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89">
                <a:solidFill>
                  <a:srgbClr val="FFFFFF"/>
                </a:solidFill>
              </a:defRPr>
            </a:pPr>
            <a:r>
              <a:t>Subtitle text goes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14350" y="1965960"/>
            <a:ext cx="4114800" cy="2080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69" b="1">
                <a:solidFill>
                  <a:srgbClr val="0196FF"/>
                </a:solidFill>
              </a:defRPr>
            </a:pPr>
            <a:r>
              <a:t>$12M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4343400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34" b="1">
                <a:solidFill>
                  <a:srgbClr val="FFFFFF"/>
                </a:solidFill>
              </a:defRPr>
            </a:pPr>
            <a:r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523494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89">
                <a:solidFill>
                  <a:srgbClr val="FFFFFF"/>
                </a:solidFill>
              </a:defRPr>
            </a:pPr>
            <a:r>
              <a:t>+15% Year over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14350" y="1668780"/>
            <a:ext cx="41148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49" b="1">
                <a:solidFill>
                  <a:srgbClr val="FFFFFF"/>
                </a:solidFill>
              </a:defRPr>
            </a:pPr>
            <a:r>
              <a:t>Key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2857500"/>
            <a:ext cx="41148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4">
                <a:solidFill>
                  <a:srgbClr val="FFFFFF"/>
                </a:solidFill>
              </a:defRPr>
            </a:pPr>
            <a:r>
              <a:t>• First bullet point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4350" y="4224528"/>
            <a:ext cx="41148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4">
                <a:solidFill>
                  <a:srgbClr val="FFFFFF"/>
                </a:solidFill>
              </a:defRPr>
            </a:pPr>
            <a:r>
              <a:t>• Second bullet point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350" y="5591556"/>
            <a:ext cx="41148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4">
                <a:solidFill>
                  <a:srgbClr val="FFFFFF"/>
                </a:solidFill>
              </a:defRPr>
            </a:pPr>
            <a:r>
              <a:t>• Third bullet point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257175" y="1668780"/>
            <a:ext cx="4629150" cy="4160519"/>
          </a:xfrm>
          <a:prstGeom prst="rect">
            <a:avLst/>
          </a:prstGeom>
          <a:solidFill>
            <a:srgbClr val="333333"/>
          </a:solidFill>
          <a:ln>
            <a:solidFill>
              <a:srgbClr val="01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14350" y="6126480"/>
            <a:ext cx="41148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4">
                <a:solidFill>
                  <a:srgbClr val="FFFFFF"/>
                </a:solidFill>
              </a:defRPr>
            </a:pPr>
            <a:r>
              <a:t>Image Caption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5143500" cy="9144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14350" y="2560320"/>
            <a:ext cx="4114800" cy="1485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779" b="1">
                <a:solidFill>
                  <a:srgbClr val="FFFFFF"/>
                </a:solidFill>
              </a:defRPr>
            </a:pPr>
            <a:r>
              <a:t>Call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" y="4343400"/>
            <a:ext cx="411480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4">
                <a:solidFill>
                  <a:srgbClr val="FFFFFF"/>
                </a:solidFill>
              </a:defRPr>
            </a:pPr>
            <a:r>
              <a:t>Follow for more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43050" y="5532120"/>
            <a:ext cx="2057400" cy="713232"/>
          </a:xfrm>
          <a:prstGeom prst="roundRect">
            <a:avLst/>
          </a:prstGeom>
          <a:solidFill>
            <a:srgbClr val="01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