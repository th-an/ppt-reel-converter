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51435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43500" cy="914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0000" y="2000000"/>
            <a:ext cx="47435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Helvetica Neue"/>
              </a:defRPr>
            </a:pPr>
            <a:r>
              <a:t>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000" y="3200000"/>
            <a:ext cx="47435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  <a:latin typeface="Helvetica Neue"/>
              </a:defRPr>
            </a:pPr>
            <a:r>
              <a:t>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43500" cy="914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0000" y="500000"/>
            <a:ext cx="47435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0000"/>
                </a:solidFill>
                <a:latin typeface="Helvetica Neue"/>
              </a:defRPr>
            </a:pPr>
            <a:r>
              <a:t>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000" y="1500000"/>
            <a:ext cx="47435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0000"/>
                </a:solidFill>
                <a:latin typeface="Helvetica Neue"/>
              </a:defRPr>
            </a:pPr>
            <a:r>
              <a:t>Body 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43500" cy="914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0000" y="3000000"/>
            <a:ext cx="47435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Helvetica Neue"/>
              </a:defRPr>
            </a:pPr>
            <a:r>
              <a:t>Section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43500" cy="914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0000" y="1000000"/>
            <a:ext cx="4743500" cy="4000000"/>
          </a:xfrm>
          <a:prstGeom prst="rect">
            <a:avLst/>
          </a:prstGeom>
          <a:solidFill>
            <a:srgbClr val="CCCCCC"/>
          </a:solidFill>
          <a:ln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0000" y="5200000"/>
            <a:ext cx="47435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0000"/>
                </a:solidFill>
                <a:latin typeface="Helvetica Neue"/>
              </a:defRPr>
            </a:pPr>
            <a:r>
              <a:t>Caption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43500" cy="914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0000" y="2500000"/>
            <a:ext cx="47435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Helvetica Neue"/>
              </a:defRPr>
            </a:pPr>
            <a:r>
              <a:t>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