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3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0C4DE"/>
                </a:solidFill>
                <a:latin typeface="Arial"/>
              </a:defRPr>
            </a:pPr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500000"/>
            <a:ext cx="47435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1500000"/>
            <a:ext cx="47435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Body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3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Georgia"/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0000" y="1000000"/>
            <a:ext cx="4743500" cy="4000000"/>
          </a:xfrm>
          <a:prstGeom prst="rect">
            <a:avLst/>
          </a:prstGeom>
          <a:solidFill>
            <a:srgbClr val="CCCCCC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00" y="5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Caption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5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