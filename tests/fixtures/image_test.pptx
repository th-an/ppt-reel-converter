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Product Features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Revenue: $12M (up 40%)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Users: 72,000 (active)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Conversion: 4.8% (avg)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Churn: 2.1% (low)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