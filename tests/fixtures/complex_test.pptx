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A1A2E"/>
                </a:solidFill>
              </a:defRPr>
            </a:pPr>
            <a:r>
              <a:t>Q3 Product Launch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66666"/>
                </a:solidFill>
              </a:defRPr>
            </a:pPr>
            <a:r>
              <a:t>Prepared by Marketing Team — October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AI-powered recommendations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Real-time collaboration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Dark mode support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Cross-platform sync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Enterprise SSO</a:t>
            </a:r>
          </a:p>
          <a:p>
            <a:pPr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• Custom branding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371600"/>
            <a:ext cx="3657600" cy="3657600"/>
          </a:xfrm>
          <a:prstGeom prst="rect">
            <a:avLst/>
          </a:prstGeom>
          <a:solidFill>
            <a:srgbClr val="E0E0E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999999"/>
                </a:solidFill>
              </a:defRPr>
            </a:pPr>
            <a:r>
              <a:t>[Product Screenshot]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Performance Metrics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371600"/>
          <a:ext cx="6400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685800">
                <a:tc>
                  <a:txBody>
                    <a:bodyPr/>
                    <a:lstStyle/>
                    <a:p>
                      <a:pPr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19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Q2</a:t>
                      </a:r>
                    </a:p>
                  </a:txBody>
                  <a:tcPr>
                    <a:solidFill>
                      <a:srgbClr val="019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800">
                          <a:solidFill>
                            <a:srgbClr val="FFFFFF"/>
                          </a:solidFill>
                        </a:defRPr>
                      </a:pPr>
                      <a:r>
                        <a:t>Q3</a:t>
                      </a:r>
                    </a:p>
                  </a:txBody>
                  <a:tcPr>
                    <a:solidFill>
                      <a:srgbClr val="0196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$8.5M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$12.3M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45,000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72,000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Conversion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4.8%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2E"/>
                </a:solidFill>
              </a:defRPr>
            </a:pPr>
            <a:r>
              <a:t>Growth Trend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6400800" cy="3657600"/>
          </a:xfrm>
          <a:prstGeom prst="rect">
            <a:avLst/>
          </a:prstGeom>
          <a:solidFill>
            <a:srgbClr val="F0F0F0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666666"/>
                </a:solidFill>
              </a:defRPr>
            </a:pPr>
            <a:r>
              <a:t>[Chart: Revenue Growth 2023-2025]</a:t>
            </a:r>
          </a:p>
          <a:p/>
          <a:p>
            <a:r>
              <a:t>Jan: $2M → Jun: $5M → Oct: $12M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A1A2E"/>
                </a:solidFill>
              </a:defRPr>
            </a:pPr>
            <a:r>
              <a:t>Ready to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66666"/>
                </a:solidFill>
              </a:defRPr>
            </a:pPr>
            <a:r>
              <a:t>Contact sales@company.com to get started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