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Revenue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Revenue: $12M</a:t>
            </a:r>
          </a:p>
          <a:p>
            <a:pPr/>
            <a:r>
              <a:t>Operating margin: 34%</a:t>
            </a:r>
          </a:p>
          <a:p>
            <a:pPr/>
            <a:r>
              <a:t>New customers: 2,400</a:t>
            </a:r>
          </a:p>
          <a:p>
            <a:pPr/>
            <a:r>
              <a:t>Churn: 2.1%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